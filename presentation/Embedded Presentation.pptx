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73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Embedded lab </a:t>
            </a:r>
            <a:br>
              <a:rPr lang="en-US" dirty="0"/>
            </a:br>
            <a:r>
              <a:rPr lang="en-US" dirty="0"/>
              <a:t>presentation b3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sz="1400" dirty="0"/>
              <a:t>Done by: abbas barada, Arlind </a:t>
            </a:r>
            <a:r>
              <a:rPr lang="en-US" sz="1400" dirty="0" err="1"/>
              <a:t>karriqi</a:t>
            </a:r>
            <a:r>
              <a:rPr lang="en-US" sz="1400" dirty="0"/>
              <a:t>, md </a:t>
            </a:r>
            <a:r>
              <a:rPr lang="en-US" sz="1400" dirty="0" err="1"/>
              <a:t>tasnim</a:t>
            </a:r>
            <a:r>
              <a:rPr lang="en-US" sz="1400" dirty="0"/>
              <a:t> </a:t>
            </a:r>
            <a:r>
              <a:rPr lang="en-US" sz="1400" dirty="0" err="1"/>
              <a:t>muaz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Task 1</a:t>
            </a:r>
          </a:p>
          <a:p>
            <a:r>
              <a:rPr lang="en-US" dirty="0"/>
              <a:t>Task 2</a:t>
            </a:r>
          </a:p>
          <a:p>
            <a:r>
              <a:rPr lang="en-US" dirty="0"/>
              <a:t>Task 3</a:t>
            </a:r>
          </a:p>
          <a:p>
            <a:r>
              <a:rPr lang="en-US" dirty="0"/>
              <a:t>Task 4</a:t>
            </a:r>
          </a:p>
          <a:p>
            <a:r>
              <a:rPr lang="en-US" dirty="0"/>
              <a:t>Task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>
            <a:normAutofit/>
          </a:bodyPr>
          <a:lstStyle/>
          <a:p>
            <a:r>
              <a:rPr lang="en-US" dirty="0"/>
              <a:t>This project focuses on designing a safe and efficient traffic light system with a pedestrian crossing. Using Arduino, timers, and communication between two boards, the system manages vehicle flow while allowing pedestrians to request a safe crossing.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Task 1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2AFDBA-5A4F-D1F6-E218-4DDF362FB7B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Controls 3 LEDs: red, yellow, green.</a:t>
            </a:r>
          </a:p>
          <a:p>
            <a:r>
              <a:rPr lang="en-US" dirty="0"/>
              <a:t>Uses a state machine (RED → YELLOW → GREEN).</a:t>
            </a:r>
          </a:p>
          <a:p>
            <a:r>
              <a:rPr lang="en-US" dirty="0"/>
              <a:t>Each state turns on the correct LED for a set time.</a:t>
            </a:r>
          </a:p>
          <a:p>
            <a:r>
              <a:rPr lang="en-US" dirty="0"/>
              <a:t>The cycle repeats continuously.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/>
        </p:blipFill>
        <p:spPr>
          <a:xfrm>
            <a:off x="5082108" y="2465539"/>
            <a:ext cx="6006052" cy="3723753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Task 2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021207-F038-CC47-0680-CE81967288E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sz="1600" dirty="0"/>
              <a:t>Uses 4 traffic LEDs (red/yellow/green) + 2 pedestrian LEDs.</a:t>
            </a:r>
          </a:p>
          <a:p>
            <a:r>
              <a:rPr lang="en-US" sz="1600" dirty="0"/>
              <a:t>A </a:t>
            </a:r>
            <a:r>
              <a:rPr lang="en-US" sz="1600" b="1" dirty="0"/>
              <a:t>button</a:t>
            </a:r>
            <a:r>
              <a:rPr lang="en-US" sz="1600" dirty="0"/>
              <a:t> lets pedestrians request crossing.</a:t>
            </a:r>
          </a:p>
          <a:p>
            <a:r>
              <a:rPr lang="en-US" sz="1600" dirty="0"/>
              <a:t>Program runs a </a:t>
            </a:r>
            <a:r>
              <a:rPr lang="en-US" sz="1600" b="1" dirty="0"/>
              <a:t>state machine</a:t>
            </a:r>
            <a:r>
              <a:rPr lang="en-US" sz="1600" dirty="0"/>
              <a:t>: GREEN → YELLOW → RED → RED→GREEN.</a:t>
            </a:r>
          </a:p>
          <a:p>
            <a:r>
              <a:rPr lang="en-US" sz="1600" dirty="0"/>
              <a:t>After pedestrians finish, traffic returns to green automatically.</a:t>
            </a:r>
          </a:p>
          <a:p>
            <a:r>
              <a:rPr lang="en-US" sz="1600" dirty="0"/>
              <a:t>Timers control how long each light stays on.</a:t>
            </a:r>
          </a:p>
        </p:txBody>
      </p:sp>
      <p:pic>
        <p:nvPicPr>
          <p:cNvPr id="11" name="Content Placeholder 10" descr="A circuit board with wires&#10;&#10;AI-generated content may be incorrect.">
            <a:extLst>
              <a:ext uri="{FF2B5EF4-FFF2-40B4-BE49-F238E27FC236}">
                <a16:creationId xmlns:a16="http://schemas.microsoft.com/office/drawing/2014/main" id="{E311A795-B2B3-71DD-8B4E-3E24ACF9D779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4927600" y="2590772"/>
            <a:ext cx="6315069" cy="3473286"/>
          </a:xfr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Task 3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269DF32-6FDA-86F5-D78F-4C396C90891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task 3 we implemented the simulated circuit and code from task 1 in an actual Arduino setup.</a:t>
            </a:r>
          </a:p>
        </p:txBody>
      </p:sp>
      <p:pic>
        <p:nvPicPr>
          <p:cNvPr id="7" name="Content Placeholder 6" descr="A computer with wires and wires&#10;&#10;AI-generated content may be incorrect.">
            <a:extLst>
              <a:ext uri="{FF2B5EF4-FFF2-40B4-BE49-F238E27FC236}">
                <a16:creationId xmlns:a16="http://schemas.microsoft.com/office/drawing/2014/main" id="{D7E1A8C0-821B-18B0-D57E-315773693AAA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 rot="5400000">
            <a:off x="6555209" y="1501834"/>
            <a:ext cx="3723753" cy="5651165"/>
          </a:xfrm>
          <a:noFill/>
        </p:spPr>
      </p:pic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20964CAC-5E2B-D1C7-079B-4C2F8430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Task 4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D3B55F6-EA58-AB70-5D23-C39537458B0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task 4 we implemented the simulated circuit and code from task 2 in an actual Arduino setup.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65E289-4B46-2256-53E5-0F08EE812990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 rot="5400000">
            <a:off x="6455360" y="1401985"/>
            <a:ext cx="3723753" cy="5850861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Task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B9ED7F-832E-F146-4231-FB9C9FDFD0E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sz="1400" dirty="0"/>
              <a:t>Two Arduinos communicate using </a:t>
            </a:r>
            <a:r>
              <a:rPr lang="en-US" sz="1400" b="1" dirty="0"/>
              <a:t>I2C</a:t>
            </a:r>
            <a:r>
              <a:rPr lang="en-US" sz="1400" dirty="0"/>
              <a:t> (Master controls traffic lights, Slave handles button + pedestrian LEDs).</a:t>
            </a:r>
          </a:p>
          <a:p>
            <a:r>
              <a:rPr lang="en-US" sz="1400" dirty="0"/>
              <a:t>Slave Arduino sends </a:t>
            </a:r>
            <a:r>
              <a:rPr lang="en-US" sz="1400" b="1" dirty="0"/>
              <a:t>button press</a:t>
            </a:r>
            <a:r>
              <a:rPr lang="en-US" sz="1400" dirty="0"/>
              <a:t> to Master.</a:t>
            </a:r>
          </a:p>
          <a:p>
            <a:r>
              <a:rPr lang="en-US" sz="1400" dirty="0"/>
              <a:t>Master Arduino runs a </a:t>
            </a:r>
            <a:r>
              <a:rPr lang="en-US" sz="1400" b="1" dirty="0"/>
              <a:t>state machine</a:t>
            </a:r>
            <a:r>
              <a:rPr lang="en-US" sz="1400" dirty="0"/>
              <a:t> (GREEN → YELLOW → RED → RED→GREEN).</a:t>
            </a:r>
          </a:p>
          <a:p>
            <a:r>
              <a:rPr lang="en-US" sz="1400" dirty="0"/>
              <a:t>When RED, Master sends </a:t>
            </a:r>
            <a:r>
              <a:rPr lang="en-US" sz="1400" b="1" dirty="0"/>
              <a:t>pedestrian green signal</a:t>
            </a:r>
            <a:r>
              <a:rPr lang="en-US" sz="1400" dirty="0"/>
              <a:t> to Slave.</a:t>
            </a:r>
          </a:p>
          <a:p>
            <a:r>
              <a:rPr lang="en-US" sz="1400" dirty="0"/>
              <a:t>Slave switches pedestrian LEDs based on Master’s command.</a:t>
            </a:r>
          </a:p>
        </p:txBody>
      </p:sp>
      <p:pic>
        <p:nvPicPr>
          <p:cNvPr id="6" name="Arduino_Circuit">
            <a:hlinkClick r:id="" action="ppaction://media"/>
            <a:extLst>
              <a:ext uri="{FF2B5EF4-FFF2-40B4-BE49-F238E27FC236}">
                <a16:creationId xmlns:a16="http://schemas.microsoft.com/office/drawing/2014/main" id="{479AECD0-087F-03EE-D957-140B04FC3931}"/>
              </a:ext>
            </a:extLst>
          </p:cNvPr>
          <p:cNvPicPr>
            <a:picLocks noGrp="1" noChangeAspect="1"/>
          </p:cNvPicPr>
          <p:nvPr>
            <p:ph sz="quarter" idx="36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07724" y="2465388"/>
            <a:ext cx="5934945" cy="372427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Summary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en-US" dirty="0"/>
              <a:t>Built a basic traffic light using a state machine. Added a pedestrian button and LEDs with safe timing. Split the system into Master (traffic lights) and Slave (button + pedestrian LEDs) Arduinos. Used I²C so both boards communicate and stay synchronized. Final system lets pedestrians request crossing and ensures safe traffic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{4F1909C0-7D3B-4F71-AF60-C60F80AB6108}TFe8699e8e-689b-4d7e-abcf-e888fd749829db3118dc_win32-d573b439b56f</Template>
  <TotalTime>28</TotalTime>
  <Words>358</Words>
  <Application>Microsoft Office PowerPoint</Application>
  <PresentationFormat>Widescreen</PresentationFormat>
  <Paragraphs>50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Nova</vt:lpstr>
      <vt:lpstr>Biome</vt:lpstr>
      <vt:lpstr>Calibri</vt:lpstr>
      <vt:lpstr>Custom</vt:lpstr>
      <vt:lpstr>Embedded lab  presentation b3</vt:lpstr>
      <vt:lpstr>overview</vt:lpstr>
      <vt:lpstr>Introduction</vt:lpstr>
      <vt:lpstr>Task 1 </vt:lpstr>
      <vt:lpstr>Task 2</vt:lpstr>
      <vt:lpstr>Task 3</vt:lpstr>
      <vt:lpstr>Task 4</vt:lpstr>
      <vt:lpstr>Task 5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 Barada</dc:creator>
  <cp:lastModifiedBy>Abbas Barada</cp:lastModifiedBy>
  <cp:revision>1</cp:revision>
  <dcterms:created xsi:type="dcterms:W3CDTF">2025-12-10T13:57:48Z</dcterms:created>
  <dcterms:modified xsi:type="dcterms:W3CDTF">2025-12-10T14:25:50Z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